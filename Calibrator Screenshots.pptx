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71" r:id="rId15"/>
    <p:sldId id="270" r:id="rId16"/>
    <p:sldId id="273" r:id="rId17"/>
    <p:sldId id="269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8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48124-EC60-55D3-2C25-383315626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430E9-0C61-7BE6-E333-CBC5CA3BA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D6C25-7A4C-3449-C0A9-063354EE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E4C6-8D59-1278-B7B0-BF33C2CD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EF1E2-B594-F4D4-11A0-74252EAE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2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C747-7B90-5F89-8DA2-DB0548CB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725AD-E2DF-095E-DF27-3D05EEDC7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BA8D7-3D1E-4C15-2143-25C2E4D3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E4622-5B33-CB98-03F4-68351964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32B39-95CF-10A2-8741-A0710B58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8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D389-A07E-E752-B6C9-792F89BAC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4F071-6A37-1CEE-083F-6BCE3BB08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B131-A050-0CCB-FAC8-219327A6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AD652-DD1C-3AD9-FCDA-6B5AA841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05CED-180C-397D-D3A8-063D92AB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8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40E8-D5B8-81F4-037A-A5A87672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0B2F5-C67D-6049-6A60-DA4DC20AE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F872A-5456-0DE4-27E8-D6FD8A3E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B9E78-11A8-7149-955A-26F149F6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1C57A-3936-3421-3402-67CA0C61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EDBE-14D5-AEE6-1AF0-36651E54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3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F827-7F74-67B3-B670-52121FD6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DB42-E690-E3EC-E1C6-552EF69FE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30F01-BDD6-B945-0154-92D58AE26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3AC41-DF71-FAF2-4B78-233E8B8AE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E3705-CE90-DA63-7111-9019D1167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43A27-54C2-506C-ED01-C77A65DD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791B01-2DD7-EDA6-2676-3CAEC32B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581A0-9B67-D1C8-0F76-AE419707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1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3904-BBA1-0EF0-779A-85906C3E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1976D-B817-508C-BAEF-8139A78D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C7566-9DF6-38B0-90BF-DB5EC40F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A737D-5F63-DF3A-5616-36131724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8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2DC3D-1C8D-BF04-FA8D-8C9775DD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78CD4-AD68-529E-7EBD-386D2E08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97FD2-735F-AEE0-E53F-13722EB5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02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9480-1B31-196E-4F30-D4259C07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A292-790A-62F5-3252-2424F870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95850-52D7-C8E4-45B1-6F6B34E6D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92FCF-7DE8-5299-E3C8-66D88510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B5B67-E17F-B8BB-7EDF-998BC6A2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322DE-4214-784C-300D-E3754425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A1BD-4062-5D55-99A0-EEF48F87E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FAEE0-EC95-AC5A-1E44-A6AD83B63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4F9F6-E5EA-2C4B-5146-B1984497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63C15-86C9-5F7B-3ECA-5AE621CA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AC43F-EB4E-1CB9-E4EF-69984532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419F9-6299-A9EA-E0A6-19E79587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1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324A-30FD-99A9-F708-441821FDC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6A84E-7AB6-80B6-44FB-BB8C91E97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96D2-E9D2-22DD-18C2-69FA890B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C0370-54BC-3DF4-0AFF-D0DCE24E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98E3-0EDA-86A3-5928-99CEBEB0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9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B9F9B-B9ED-8E85-9313-75F965215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9A7F7-CED5-E71B-FE55-FD9744C4B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9C9B7-32A0-A2A9-472B-1A6C0E07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6AB20-DB54-B018-260C-A53EBA435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90844-9D88-2ABF-5752-A509BBCA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7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AF92F-7B32-4CD5-9BDE-8DEC0053A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78CE5-257D-1472-14E1-67BE5DADE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C2FC3-261B-6D7B-ADBC-BBD66D03D7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5154B-CC8C-41E0-9DE0-625DA14CE68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D3A9F-267F-AFA2-4F79-5B80164A7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49387-4091-8B00-04CC-C9A3B5229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4EAD4-7154-4DDE-86A6-025442F79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6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F70C-3BE3-264B-4F8D-47F719540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Creating Calibrations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95907-8E8A-6EFE-FEF5-A1E79EA19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9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BA169-ED05-B14E-62AE-AED88DBE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44" y="0"/>
            <a:ext cx="11602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39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4C71-FE2F-E621-557D-F4A2C765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39ADA8-BAD1-8ABC-844C-46EB397FD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72" y="0"/>
            <a:ext cx="115876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4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1CA2C-D77C-3521-99B3-D91A6712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B5A9A-D64D-CA76-04BD-E2E1671CC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31" y="0"/>
            <a:ext cx="11621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5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5D3A-E5B1-CE7B-0919-445B6926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40482E-C3C5-21CA-FC22-9DD56CED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0"/>
            <a:ext cx="11582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6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6643-055E-A8EF-8540-F526B293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7143D-26E5-3F8B-1DFF-C885EC5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15" y="0"/>
            <a:ext cx="11618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0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57F21-C599-B40C-DFB9-20295ACDC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36BB6-EAC9-C0DE-7B9A-B94A82C1B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29" y="0"/>
            <a:ext cx="11610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3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3FB2-F593-F548-1801-D8DBB899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812B2B-93EF-62F9-7148-9BD1A1520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15" y="0"/>
            <a:ext cx="11618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77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A3C2E-D9A6-52DF-6B32-FD744768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262292-5EE3-7363-4B12-BF4B5767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15" y="0"/>
            <a:ext cx="11618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94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3592-0141-C7B9-F6C4-AC856BAB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78F729-AC39-FA7C-FB43-9A1E4425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29" y="0"/>
            <a:ext cx="11610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8B37E-D2AC-BCBF-AA2C-3C74D2C7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8867-185C-333C-CDB3-E5EE3D456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Apply Calibrations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62388-4607-DC71-6E34-54715D59B6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8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3802AC-032B-DADD-0CFD-8DD79A77F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86"/>
            <a:ext cx="12192000" cy="650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9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4462-DE12-3F91-EFD2-53D9E0DC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2A2F57-33DF-E584-9886-25422B8C5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69" y="1233464"/>
            <a:ext cx="5780644" cy="3839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737A89-A70E-BC7A-110F-6B3B189EAEAB}"/>
              </a:ext>
            </a:extLst>
          </p:cNvPr>
          <p:cNvSpPr txBox="1"/>
          <p:nvPr/>
        </p:nvSpPr>
        <p:spPr>
          <a:xfrm>
            <a:off x="5290829" y="2012222"/>
            <a:ext cx="358770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Choose Unmixing/Calibration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E1F98C-F5AA-6510-4D3D-5552733BB63C}"/>
              </a:ext>
            </a:extLst>
          </p:cNvPr>
          <p:cNvSpPr/>
          <p:nvPr/>
        </p:nvSpPr>
        <p:spPr>
          <a:xfrm>
            <a:off x="884904" y="2566219"/>
            <a:ext cx="4650658" cy="331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E637045-C59B-6FD7-130D-9823CD207893}"/>
              </a:ext>
            </a:extLst>
          </p:cNvPr>
          <p:cNvCxnSpPr>
            <a:stCxn id="4" idx="1"/>
            <a:endCxn id="5" idx="0"/>
          </p:cNvCxnSpPr>
          <p:nvPr/>
        </p:nvCxnSpPr>
        <p:spPr>
          <a:xfrm rot="10800000" flipV="1">
            <a:off x="3210233" y="2196887"/>
            <a:ext cx="2080596" cy="36933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8EAD42-DD15-6411-0269-548C2595CFCD}"/>
              </a:ext>
            </a:extLst>
          </p:cNvPr>
          <p:cNvSpPr txBox="1"/>
          <p:nvPr/>
        </p:nvSpPr>
        <p:spPr>
          <a:xfrm>
            <a:off x="6052291" y="2951957"/>
            <a:ext cx="358770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Show/Hide Individual Calibrations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95B484-03BC-BF60-1040-B5471BF01304}"/>
              </a:ext>
            </a:extLst>
          </p:cNvPr>
          <p:cNvSpPr/>
          <p:nvPr/>
        </p:nvSpPr>
        <p:spPr>
          <a:xfrm>
            <a:off x="2605549" y="3379769"/>
            <a:ext cx="1061884" cy="383693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232F29C-0EB1-1D86-8AAC-D47506D013A3}"/>
              </a:ext>
            </a:extLst>
          </p:cNvPr>
          <p:cNvCxnSpPr>
            <a:cxnSpLocks/>
            <a:stCxn id="8" idx="1"/>
            <a:endCxn id="9" idx="0"/>
          </p:cNvCxnSpPr>
          <p:nvPr/>
        </p:nvCxnSpPr>
        <p:spPr>
          <a:xfrm rot="10800000" flipV="1">
            <a:off x="3136491" y="3136623"/>
            <a:ext cx="2915800" cy="243146"/>
          </a:xfrm>
          <a:prstGeom prst="bentConnector2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0F846-937B-A820-BEC6-86FA5ECA580D}"/>
              </a:ext>
            </a:extLst>
          </p:cNvPr>
          <p:cNvSpPr/>
          <p:nvPr/>
        </p:nvSpPr>
        <p:spPr>
          <a:xfrm>
            <a:off x="4473678" y="3410031"/>
            <a:ext cx="1061884" cy="38369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EE4AB9D-50FD-4641-CC02-E9F320C88401}"/>
              </a:ext>
            </a:extLst>
          </p:cNvPr>
          <p:cNvCxnSpPr>
            <a:cxnSpLocks/>
            <a:stCxn id="21" idx="1"/>
            <a:endCxn id="16" idx="3"/>
          </p:cNvCxnSpPr>
          <p:nvPr/>
        </p:nvCxnSpPr>
        <p:spPr>
          <a:xfrm rot="10800000">
            <a:off x="5535563" y="3601879"/>
            <a:ext cx="1451143" cy="154403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FF91C48-38C3-7A2B-5C38-013655368882}"/>
              </a:ext>
            </a:extLst>
          </p:cNvPr>
          <p:cNvSpPr txBox="1"/>
          <p:nvPr/>
        </p:nvSpPr>
        <p:spPr>
          <a:xfrm>
            <a:off x="6986705" y="3571615"/>
            <a:ext cx="298320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Show/Hide Old Calibrations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E48E12-B29E-60A1-142F-8A06CF1A7ADE}"/>
              </a:ext>
            </a:extLst>
          </p:cNvPr>
          <p:cNvSpPr/>
          <p:nvPr/>
        </p:nvSpPr>
        <p:spPr>
          <a:xfrm>
            <a:off x="2679291" y="4226426"/>
            <a:ext cx="1302774" cy="3836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2170EAD-F58C-FBA4-5632-F5E3C19ABBF9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rot="16200000" flipV="1">
            <a:off x="2878195" y="5062603"/>
            <a:ext cx="1241723" cy="336755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8BBBAFA-BBA6-AD0F-0C7F-12A3076D016E}"/>
              </a:ext>
            </a:extLst>
          </p:cNvPr>
          <p:cNvSpPr txBox="1"/>
          <p:nvPr/>
        </p:nvSpPr>
        <p:spPr>
          <a:xfrm>
            <a:off x="1873582" y="5851842"/>
            <a:ext cx="358770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Export Residual Parameters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FFD014-8B15-5084-E744-571CEC7CFCF6}"/>
              </a:ext>
            </a:extLst>
          </p:cNvPr>
          <p:cNvSpPr/>
          <p:nvPr/>
        </p:nvSpPr>
        <p:spPr>
          <a:xfrm>
            <a:off x="4473678" y="4241630"/>
            <a:ext cx="1302774" cy="38369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2FC5695-D63B-1B61-DB8C-874BCC208201}"/>
              </a:ext>
            </a:extLst>
          </p:cNvPr>
          <p:cNvCxnSpPr>
            <a:cxnSpLocks/>
            <a:stCxn id="38" idx="0"/>
            <a:endCxn id="36" idx="3"/>
          </p:cNvCxnSpPr>
          <p:nvPr/>
        </p:nvCxnSpPr>
        <p:spPr>
          <a:xfrm rot="16200000" flipV="1">
            <a:off x="6863418" y="3346511"/>
            <a:ext cx="527924" cy="270185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1EB73B3-6596-D861-B640-B06439412DDE}"/>
              </a:ext>
            </a:extLst>
          </p:cNvPr>
          <p:cNvSpPr txBox="1"/>
          <p:nvPr/>
        </p:nvSpPr>
        <p:spPr>
          <a:xfrm>
            <a:off x="6684457" y="4961401"/>
            <a:ext cx="358770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Export Predicted Parameters</a:t>
            </a:r>
          </a:p>
        </p:txBody>
      </p:sp>
    </p:spTree>
    <p:extLst>
      <p:ext uri="{BB962C8B-B14F-4D97-AF65-F5344CB8AC3E}">
        <p14:creationId xmlns:p14="http://schemas.microsoft.com/office/powerpoint/2010/main" val="366093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E4A4-0486-1614-C943-B58B1963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58A7D-9E31-059D-0C11-BB67A3182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12" y="986979"/>
            <a:ext cx="8859486" cy="3448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1A1F7C-91A3-998B-9424-059074F72468}"/>
              </a:ext>
            </a:extLst>
          </p:cNvPr>
          <p:cNvSpPr txBox="1"/>
          <p:nvPr/>
        </p:nvSpPr>
        <p:spPr>
          <a:xfrm>
            <a:off x="5776452" y="337058"/>
            <a:ext cx="2630129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Select Calibration Group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E9C95-74E9-2F5B-4A00-34FE3ADF8EF9}"/>
              </a:ext>
            </a:extLst>
          </p:cNvPr>
          <p:cNvSpPr/>
          <p:nvPr/>
        </p:nvSpPr>
        <p:spPr>
          <a:xfrm>
            <a:off x="658763" y="1931504"/>
            <a:ext cx="8062450" cy="6116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841992A-0F63-5A36-17DE-F46E1409E4AC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4689988" y="521724"/>
            <a:ext cx="1086464" cy="140978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5A9E6D-98D0-1336-C789-4D3D5FFF8955}"/>
              </a:ext>
            </a:extLst>
          </p:cNvPr>
          <p:cNvSpPr txBox="1"/>
          <p:nvPr/>
        </p:nvSpPr>
        <p:spPr>
          <a:xfrm>
            <a:off x="10088519" y="2388078"/>
            <a:ext cx="185306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Select Individual Calibration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386BC-86D6-2AF1-F018-77EBF32AB6EE}"/>
              </a:ext>
            </a:extLst>
          </p:cNvPr>
          <p:cNvSpPr/>
          <p:nvPr/>
        </p:nvSpPr>
        <p:spPr>
          <a:xfrm>
            <a:off x="737419" y="2596721"/>
            <a:ext cx="7983794" cy="116674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574F27B-9E14-E7B2-4F1C-972CB87D2B9A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8721213" y="2711244"/>
            <a:ext cx="1367306" cy="468848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8CC7D69-2295-CC41-3B6B-5C1F406DA623}"/>
              </a:ext>
            </a:extLst>
          </p:cNvPr>
          <p:cNvSpPr/>
          <p:nvPr/>
        </p:nvSpPr>
        <p:spPr>
          <a:xfrm>
            <a:off x="412955" y="3977722"/>
            <a:ext cx="1160205" cy="25099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9AC487E-E62A-FDAC-7455-78781D711FAE}"/>
              </a:ext>
            </a:extLst>
          </p:cNvPr>
          <p:cNvCxnSpPr>
            <a:cxnSpLocks/>
            <a:stCxn id="12" idx="1"/>
            <a:endCxn id="10" idx="2"/>
          </p:cNvCxnSpPr>
          <p:nvPr/>
        </p:nvCxnSpPr>
        <p:spPr>
          <a:xfrm rot="10800000">
            <a:off x="993058" y="4228720"/>
            <a:ext cx="497414" cy="1051958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58B9AB-B736-48BF-1581-FBB03DAA4FB9}"/>
              </a:ext>
            </a:extLst>
          </p:cNvPr>
          <p:cNvSpPr txBox="1"/>
          <p:nvPr/>
        </p:nvSpPr>
        <p:spPr>
          <a:xfrm>
            <a:off x="1490472" y="4957512"/>
            <a:ext cx="298320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View Calibration Regression Results or Spectra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ABE38E-B298-EC78-1C7E-BC4C94932612}"/>
              </a:ext>
            </a:extLst>
          </p:cNvPr>
          <p:cNvSpPr/>
          <p:nvPr/>
        </p:nvSpPr>
        <p:spPr>
          <a:xfrm>
            <a:off x="7482349" y="3964152"/>
            <a:ext cx="1425678" cy="26456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A2F9F7D-11D3-2E7B-C716-36B8C256746B}"/>
              </a:ext>
            </a:extLst>
          </p:cNvPr>
          <p:cNvCxnSpPr>
            <a:cxnSpLocks/>
            <a:stCxn id="18" idx="0"/>
            <a:endCxn id="16" idx="2"/>
          </p:cNvCxnSpPr>
          <p:nvPr/>
        </p:nvCxnSpPr>
        <p:spPr>
          <a:xfrm rot="16200000" flipV="1">
            <a:off x="7889871" y="4534037"/>
            <a:ext cx="962581" cy="351946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B8AA98-1AAF-EF09-538C-36F6C998F91F}"/>
              </a:ext>
            </a:extLst>
          </p:cNvPr>
          <p:cNvSpPr txBox="1"/>
          <p:nvPr/>
        </p:nvSpPr>
        <p:spPr>
          <a:xfrm>
            <a:off x="6753283" y="5191300"/>
            <a:ext cx="358770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Add Selected Calibrations/Groups</a:t>
            </a:r>
          </a:p>
        </p:txBody>
      </p:sp>
    </p:spTree>
    <p:extLst>
      <p:ext uri="{BB962C8B-B14F-4D97-AF65-F5344CB8AC3E}">
        <p14:creationId xmlns:p14="http://schemas.microsoft.com/office/powerpoint/2010/main" val="252029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B70E-8974-AF00-69BE-C2F43563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489CD-567B-9B33-72BF-A4FD5E27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71" y="1133155"/>
            <a:ext cx="7871339" cy="40883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50FDA8-0E84-3619-D9B5-D5A4383D1152}"/>
              </a:ext>
            </a:extLst>
          </p:cNvPr>
          <p:cNvSpPr txBox="1"/>
          <p:nvPr/>
        </p:nvSpPr>
        <p:spPr>
          <a:xfrm>
            <a:off x="6740014" y="335024"/>
            <a:ext cx="2600632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Raw Parameters Already in the Data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9E2F5-92D6-80CE-B32B-21C0041E2ADD}"/>
              </a:ext>
            </a:extLst>
          </p:cNvPr>
          <p:cNvSpPr/>
          <p:nvPr/>
        </p:nvSpPr>
        <p:spPr>
          <a:xfrm>
            <a:off x="412954" y="2128102"/>
            <a:ext cx="7433187" cy="681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EF27827-E6E9-E60C-466A-5ED29B10886D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4129548" y="658190"/>
            <a:ext cx="2610466" cy="146991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793DB6B-E50B-1087-6AE1-5EE4EA6B086F}"/>
              </a:ext>
            </a:extLst>
          </p:cNvPr>
          <p:cNvSpPr txBox="1"/>
          <p:nvPr/>
        </p:nvSpPr>
        <p:spPr>
          <a:xfrm>
            <a:off x="8967020" y="2469020"/>
            <a:ext cx="303356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Calibrated Parameters that will be Exported in New 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3C7D01-87F2-81F1-3FF7-37F76CEABDC6}"/>
              </a:ext>
            </a:extLst>
          </p:cNvPr>
          <p:cNvSpPr/>
          <p:nvPr/>
        </p:nvSpPr>
        <p:spPr>
          <a:xfrm>
            <a:off x="412955" y="2849267"/>
            <a:ext cx="7433187" cy="165327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D80F2D5-6CEE-2BD6-4F09-1B4CB3421A8C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7846142" y="2792186"/>
            <a:ext cx="1120878" cy="883718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EC6A012-8625-CCF9-B82C-1D1F4CEA782D}"/>
              </a:ext>
            </a:extLst>
          </p:cNvPr>
          <p:cNvSpPr/>
          <p:nvPr/>
        </p:nvSpPr>
        <p:spPr>
          <a:xfrm>
            <a:off x="412955" y="4724976"/>
            <a:ext cx="1327355" cy="25099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9C7CCEA-3BE5-F059-0A99-B16052B82C76}"/>
              </a:ext>
            </a:extLst>
          </p:cNvPr>
          <p:cNvCxnSpPr>
            <a:cxnSpLocks/>
            <a:stCxn id="12" idx="1"/>
            <a:endCxn id="10" idx="2"/>
          </p:cNvCxnSpPr>
          <p:nvPr/>
        </p:nvCxnSpPr>
        <p:spPr>
          <a:xfrm rot="10800000">
            <a:off x="1076634" y="4975974"/>
            <a:ext cx="413839" cy="1051958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5AEED08-2BBA-A286-26A4-987A19732D6E}"/>
              </a:ext>
            </a:extLst>
          </p:cNvPr>
          <p:cNvSpPr txBox="1"/>
          <p:nvPr/>
        </p:nvSpPr>
        <p:spPr>
          <a:xfrm>
            <a:off x="1490472" y="5704766"/>
            <a:ext cx="246043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Clear Calibrations and Calibrated Parameters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79CAD0-07BD-03FA-BCE7-BB4015CF739A}"/>
              </a:ext>
            </a:extLst>
          </p:cNvPr>
          <p:cNvSpPr/>
          <p:nvPr/>
        </p:nvSpPr>
        <p:spPr>
          <a:xfrm>
            <a:off x="7166829" y="4715518"/>
            <a:ext cx="797300" cy="26456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0F1451E-BBED-52EF-75A3-E629B7BD41BB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rot="16200000" flipV="1">
            <a:off x="7452862" y="5092702"/>
            <a:ext cx="800866" cy="575631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79637C-BA92-CEB7-1E1B-5B346599FC95}"/>
              </a:ext>
            </a:extLst>
          </p:cNvPr>
          <p:cNvSpPr txBox="1"/>
          <p:nvPr/>
        </p:nvSpPr>
        <p:spPr>
          <a:xfrm>
            <a:off x="6910894" y="5780951"/>
            <a:ext cx="2460431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Calibrate the Data and Export New Files</a:t>
            </a:r>
          </a:p>
        </p:txBody>
      </p:sp>
    </p:spTree>
    <p:extLst>
      <p:ext uri="{BB962C8B-B14F-4D97-AF65-F5344CB8AC3E}">
        <p14:creationId xmlns:p14="http://schemas.microsoft.com/office/powerpoint/2010/main" val="1096996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A7929-33A4-4629-C929-12A8D48C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59E9-C866-13D9-221F-03C8CBD73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Spectra 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4881A-5695-5382-4151-E1563AB14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84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F4DC-BECF-9FBC-DE10-6865ABBC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r>
              <a:rPr lang="en-US" dirty="0" err="1"/>
              <a:t>CytoFlex</a:t>
            </a:r>
            <a:r>
              <a:rPr lang="en-US" dirty="0"/>
              <a:t> Nano – Predicted Spectra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C0CA0-DDBF-0705-2379-A150E4B1A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6270" y="1825625"/>
            <a:ext cx="4876801" cy="4351338"/>
          </a:xfrm>
        </p:spPr>
        <p:txBody>
          <a:bodyPr/>
          <a:lstStyle/>
          <a:p>
            <a:r>
              <a:rPr lang="en-US" dirty="0"/>
              <a:t>Predicted spectra according to an unmixing model</a:t>
            </a:r>
          </a:p>
          <a:p>
            <a:r>
              <a:rPr lang="en-US" dirty="0"/>
              <a:t>Individual Unmixed parameters converted back to raw</a:t>
            </a:r>
          </a:p>
          <a:p>
            <a:r>
              <a:rPr lang="en-US" dirty="0"/>
              <a:t>Note: </a:t>
            </a:r>
            <a:r>
              <a:rPr lang="en-US" dirty="0" err="1"/>
              <a:t>CytoFLEX</a:t>
            </a:r>
            <a:r>
              <a:rPr lang="en-US" dirty="0"/>
              <a:t> Nano has limited detectors which impacts unmixing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323404-83FF-1566-C830-DD789066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25" y="1690688"/>
            <a:ext cx="6068272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52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6498-C19A-8BEA-5F63-3ACC6AA1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896E4-D14B-5AEF-C3E4-4988F4FF5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4" y="1623378"/>
            <a:ext cx="6087325" cy="455358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A0AA7B2-CAE4-DAB9-0478-C61A6EAA7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/>
          <a:lstStyle/>
          <a:p>
            <a:r>
              <a:rPr lang="en-US" dirty="0" err="1"/>
              <a:t>Cytek</a:t>
            </a:r>
            <a:r>
              <a:rPr lang="en-US" dirty="0"/>
              <a:t> Aurora 5L – Predicted Spectra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A6FF44-77DE-DCFA-1837-DAF72DFCE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6270" y="1825625"/>
            <a:ext cx="4876801" cy="4351338"/>
          </a:xfrm>
        </p:spPr>
        <p:txBody>
          <a:bodyPr/>
          <a:lstStyle/>
          <a:p>
            <a:r>
              <a:rPr lang="en-US" dirty="0"/>
              <a:t>Predicted spectra according to an unmixing model</a:t>
            </a:r>
          </a:p>
          <a:p>
            <a:r>
              <a:rPr lang="en-US" dirty="0"/>
              <a:t>Individual Unmixed parameters converted back to raw</a:t>
            </a:r>
          </a:p>
          <a:p>
            <a:r>
              <a:rPr lang="en-US" dirty="0"/>
              <a:t>Note: Autofluorescence unaccounted for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8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126</Words>
  <Application>Microsoft Office PowerPoint</Application>
  <PresentationFormat>Widescreen</PresentationFormat>
  <Paragraphs>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Creating Calibrations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Apply Calibrations</vt:lpstr>
      <vt:lpstr>PowerPoint Presentation</vt:lpstr>
      <vt:lpstr>PowerPoint Presentation</vt:lpstr>
      <vt:lpstr>PowerPoint Presentation</vt:lpstr>
      <vt:lpstr>PowerPoint Presentation</vt:lpstr>
      <vt:lpstr>Spectra View</vt:lpstr>
      <vt:lpstr>CytoFlex Nano – Predicted Spectra</vt:lpstr>
      <vt:lpstr>Cytek Aurora 5L – Predicted Spectra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Nolan</dc:creator>
  <cp:lastModifiedBy>Patrick Nolan</cp:lastModifiedBy>
  <cp:revision>2</cp:revision>
  <dcterms:created xsi:type="dcterms:W3CDTF">2026-01-20T20:58:51Z</dcterms:created>
  <dcterms:modified xsi:type="dcterms:W3CDTF">2026-01-21T02:39:40Z</dcterms:modified>
</cp:coreProperties>
</file>